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05CC0"/>
    <a:srgbClr val="B0B0B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>
        <p:scale>
          <a:sx n="125" d="100"/>
          <a:sy n="125" d="100"/>
        </p:scale>
        <p:origin x="-427" y="-5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1A3819-40F1-0080-4662-85A827A5C2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E4B399-EEB4-9EC4-4B6A-2B1323E8BA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87E608-E8F4-7F0E-B3ED-7B229F41F9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2A389C-074F-43CC-8B4B-0851FFDE08C3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A769CD-4426-A442-FE88-0236638A9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BCAB08-7144-A173-07E5-7DEF912B2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732D2-ADAE-4A36-A60A-1FB098898C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6969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394F66-B8FD-00B5-9C65-BD2AC0C8F9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F4AFE1-8ECE-C072-CE8C-5668059717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C796-ECBD-CAB6-DDCF-EDA89866B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2A389C-074F-43CC-8B4B-0851FFDE08C3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E91F69-BF6B-7295-E79B-3F13FC896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A99A0C-C754-8BE8-5040-6C6D59809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732D2-ADAE-4A36-A60A-1FB098898C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35454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854CC-5685-89A1-B195-0505D25C93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87F8AC-D3D3-9F1B-F7D4-E3D98931BB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594653-F3B3-0266-4CFB-5C3A6CF973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2A389C-074F-43CC-8B4B-0851FFDE08C3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CC9C81-BA1F-CA6B-04E3-2CA17BBDD0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022E70-4EAA-24E4-8C11-1A363F471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732D2-ADAE-4A36-A60A-1FB098898C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7231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9AC48-AC63-18C8-CCCC-2C4BFB8282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3BF139-4A86-81E1-B6FB-80DDC7C92C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9C47B0-BE88-2E9A-DEC1-462980FFDC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699C20-C1F7-E25B-ABB4-E8B264C8B5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2A389C-074F-43CC-8B4B-0851FFDE08C3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FEAC30-3E8B-A45B-F349-E03BC372EC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91D879-43E0-1B4F-EEB3-6EFC2219B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732D2-ADAE-4A36-A60A-1FB098898C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5026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0B66E-AB6C-4AB2-506D-2262004C26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1D2A67-BB18-0792-4363-8284A6AEEF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13AB41-FA1B-174E-D78F-CF36A87F42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63147F9-81EF-3E94-2FB6-88B96831C3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BAD776-1A60-9FA4-2BD8-02C54A453D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F7DB10F-A4CD-1CE5-08B3-A5BDE759C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2A389C-074F-43CC-8B4B-0851FFDE08C3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E095435-8D50-B604-D9E6-9037AF6891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5C367B0-96BC-B494-8CFF-E95EF9A40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732D2-ADAE-4A36-A60A-1FB098898C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65486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CE8527-8508-1306-F7A4-50582F9B05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AF43CBA-E4E3-13DC-46FF-234F0DF88E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2A389C-074F-43CC-8B4B-0851FFDE08C3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F74D4A-9CC1-DFC1-8C05-4F97991FA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17CAA6-C67B-2AA3-282F-6124B51C6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732D2-ADAE-4A36-A60A-1FB098898C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88927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5DFA8C-B7A3-BD3D-C333-8C5D634D1B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2A389C-074F-43CC-8B4B-0851FFDE08C3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03806BC-0FEC-CF2E-E8D7-7CAFA9AA01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0F946D-A9DD-FC96-6653-01306F12A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732D2-ADAE-4A36-A60A-1FB098898C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47245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CA9096-81E4-A519-A788-1F29AB10B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7CEE6F-91AB-C856-36E1-C5CAEC5489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6CD436-DC76-4DE7-BF83-EAFF9DD980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67CFEF-C413-1FAB-980E-FDD067BE54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2A389C-074F-43CC-8B4B-0851FFDE08C3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D99003-87A3-B022-8F4A-1FD26981CE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1564A4-0B70-5396-9311-DD03B6F805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732D2-ADAE-4A36-A60A-1FB098898C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9047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777B82-C769-0602-B818-5548795B17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66DBA4E-8DDB-B44B-D824-D8E6B84A850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F9A502-91E6-8CD0-203C-951BB06D3F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9C2CE2-DA16-7E05-6703-DDFE109EF3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2A389C-074F-43CC-8B4B-0851FFDE08C3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69BCCD-19F8-580B-BAFD-B33E4B89DF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7C6E04-020C-9A6C-6128-902C672B3D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732D2-ADAE-4A36-A60A-1FB098898C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74800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67B3D1-2BF9-FB65-1329-9B5ADDCA6E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65EC21-2A86-D74A-E670-785744F8F2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240875-BF36-3317-2331-6A8B57FB30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2A389C-074F-43CC-8B4B-0851FFDE08C3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DD8EEB-2357-A4B6-F426-350DF06692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F752E-A41C-6B84-F23B-71BFB6C47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732D2-ADAE-4A36-A60A-1FB098898C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44135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0C05029-6DA1-4EF1-5765-83E4BD5414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E38110-DD05-6254-B198-7F786AA087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983C8-D439-1DCD-2116-F25B161E2F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2A389C-074F-43CC-8B4B-0851FFDE08C3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FCAB57-0245-ABDD-7BDA-0AA0586D27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2E2B9C-8083-5D00-24C7-9FE224FAB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732D2-ADAE-4A36-A60A-1FB098898C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835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297B44C-8A0C-1EE8-5C91-8BCD60C7DF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EBCFE9-2BBF-0E7F-D0D7-EF6584E951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486080-BD29-28AF-41E4-FCCD2E8A76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2A389C-074F-43CC-8B4B-0851FFDE08C3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08B2A0-8722-633C-AC79-FBF008F0BB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B442A8-0779-B786-1B71-D718B5F430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9732D2-ADAE-4A36-A60A-1FB098898CAC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8885089-4FBE-D04C-14D2-E15413326F03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270986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Confidential - Oracle Restricted \Employees Only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5D0006A-E12C-3771-0077-CA33055ED466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270986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Confidential - Oracle Restricted \Employees Only</a:t>
            </a:r>
          </a:p>
        </p:txBody>
      </p:sp>
    </p:spTree>
    <p:extLst>
      <p:ext uri="{BB962C8B-B14F-4D97-AF65-F5344CB8AC3E}">
        <p14:creationId xmlns:p14="http://schemas.microsoft.com/office/powerpoint/2010/main" val="1427463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82003CE-570A-6861-F097-159F0BA46A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8565" y="3503209"/>
            <a:ext cx="2289802" cy="13716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2905344-2CFD-7BD5-0084-9E9B3CF7C3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286" y="3666207"/>
            <a:ext cx="2282083" cy="138290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38F90C3-D3AF-72AB-A2BF-3D65ED534A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6705" y="3503209"/>
            <a:ext cx="2263422" cy="13716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BE8ECDF-3EEF-F2C8-C59E-A0DD98CA16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7792" y="5267743"/>
            <a:ext cx="2281248" cy="13716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C4C6A40-2C37-7DA1-6EDB-F4A774B027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44897" y="1801676"/>
            <a:ext cx="2286951" cy="13716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76CB26C-554B-9087-43A5-B1FB9781870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58452" y="1801676"/>
            <a:ext cx="2269940" cy="13716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6F87AC48-C794-FCDF-1B3D-0DE8E5B51E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227" y="5049115"/>
            <a:ext cx="2250201" cy="1352933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58B438FC-7D98-C00C-C8A8-530195E14A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227" y="2283178"/>
            <a:ext cx="2266142" cy="135912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05FCD2AE-4826-44D5-F7C2-14C1561FAFD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0488" y="430076"/>
            <a:ext cx="2269940" cy="137160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C1A468FB-9458-9B5F-32B0-0E3A9BD4A3B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52349" y="-123658"/>
            <a:ext cx="2272046" cy="1503394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B226CBBB-A78F-8D52-25E1-3E666C7D4952}"/>
              </a:ext>
            </a:extLst>
          </p:cNvPr>
          <p:cNvSpPr txBox="1"/>
          <p:nvPr/>
        </p:nvSpPr>
        <p:spPr>
          <a:xfrm>
            <a:off x="4433436" y="4512583"/>
            <a:ext cx="26825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>
                <a:solidFill>
                  <a:srgbClr val="C00000"/>
                </a:solidFill>
              </a:rPr>
              <a:t>A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0C7C70B-F0A7-4AD7-6ED0-13168A43D11B}"/>
              </a:ext>
            </a:extLst>
          </p:cNvPr>
          <p:cNvSpPr txBox="1"/>
          <p:nvPr/>
        </p:nvSpPr>
        <p:spPr>
          <a:xfrm>
            <a:off x="9337373" y="4528740"/>
            <a:ext cx="26825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>
                <a:solidFill>
                  <a:srgbClr val="C00000"/>
                </a:solidFill>
              </a:rPr>
              <a:t>A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930A0B3-23AD-405D-C70D-0DF9018A3D92}"/>
              </a:ext>
            </a:extLst>
          </p:cNvPr>
          <p:cNvSpPr txBox="1"/>
          <p:nvPr/>
        </p:nvSpPr>
        <p:spPr>
          <a:xfrm>
            <a:off x="4433436" y="4077909"/>
            <a:ext cx="26825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>
                <a:solidFill>
                  <a:srgbClr val="C00000"/>
                </a:solidFill>
              </a:rPr>
              <a:t>B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4AFB788-9C2E-2C34-46E4-85F1577BE768}"/>
              </a:ext>
            </a:extLst>
          </p:cNvPr>
          <p:cNvSpPr txBox="1"/>
          <p:nvPr/>
        </p:nvSpPr>
        <p:spPr>
          <a:xfrm>
            <a:off x="9337373" y="4089877"/>
            <a:ext cx="26825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>
                <a:solidFill>
                  <a:srgbClr val="C00000"/>
                </a:solidFill>
              </a:rPr>
              <a:t>B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9EE767D-FECE-69E3-15C2-62586014EB40}"/>
              </a:ext>
            </a:extLst>
          </p:cNvPr>
          <p:cNvSpPr txBox="1"/>
          <p:nvPr/>
        </p:nvSpPr>
        <p:spPr>
          <a:xfrm>
            <a:off x="4441987" y="3624699"/>
            <a:ext cx="26825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>
                <a:solidFill>
                  <a:srgbClr val="C00000"/>
                </a:solidFill>
              </a:rPr>
              <a:t>C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66AA1D0-0835-C799-372C-C11012F5A57B}"/>
              </a:ext>
            </a:extLst>
          </p:cNvPr>
          <p:cNvSpPr txBox="1"/>
          <p:nvPr/>
        </p:nvSpPr>
        <p:spPr>
          <a:xfrm>
            <a:off x="2446997" y="3787696"/>
            <a:ext cx="26825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solidFill>
                  <a:srgbClr val="C00000"/>
                </a:solidFill>
              </a:rPr>
              <a:t>C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0527B0D-08DF-1614-A4BB-2564ABE8DE3A}"/>
              </a:ext>
            </a:extLst>
          </p:cNvPr>
          <p:cNvSpPr txBox="1"/>
          <p:nvPr/>
        </p:nvSpPr>
        <p:spPr>
          <a:xfrm>
            <a:off x="4451943" y="2845048"/>
            <a:ext cx="26825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>
                <a:solidFill>
                  <a:srgbClr val="C00000"/>
                </a:solidFill>
              </a:rPr>
              <a:t>D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3966829-B5BE-12FA-2758-654CA98B7198}"/>
              </a:ext>
            </a:extLst>
          </p:cNvPr>
          <p:cNvSpPr txBox="1"/>
          <p:nvPr/>
        </p:nvSpPr>
        <p:spPr>
          <a:xfrm>
            <a:off x="2446997" y="3314069"/>
            <a:ext cx="26825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solidFill>
                  <a:srgbClr val="C00000"/>
                </a:solidFill>
              </a:rPr>
              <a:t>D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2D72E2C-039D-5833-7560-ADBCD78E24E5}"/>
              </a:ext>
            </a:extLst>
          </p:cNvPr>
          <p:cNvSpPr txBox="1"/>
          <p:nvPr/>
        </p:nvSpPr>
        <p:spPr>
          <a:xfrm>
            <a:off x="2436880" y="4673189"/>
            <a:ext cx="26825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solidFill>
                  <a:srgbClr val="C00000"/>
                </a:solidFill>
              </a:rPr>
              <a:t>A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DE96B9F-58AA-1721-9AB9-35203431D5D8}"/>
              </a:ext>
            </a:extLst>
          </p:cNvPr>
          <p:cNvSpPr txBox="1"/>
          <p:nvPr/>
        </p:nvSpPr>
        <p:spPr>
          <a:xfrm>
            <a:off x="2436880" y="4238515"/>
            <a:ext cx="26825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solidFill>
                  <a:srgbClr val="C00000"/>
                </a:solidFill>
              </a:rPr>
              <a:t>B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A2955CC-F186-4535-9550-69A1D4E80AA4}"/>
              </a:ext>
            </a:extLst>
          </p:cNvPr>
          <p:cNvSpPr txBox="1"/>
          <p:nvPr/>
        </p:nvSpPr>
        <p:spPr>
          <a:xfrm>
            <a:off x="9353314" y="3624698"/>
            <a:ext cx="26825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>
                <a:solidFill>
                  <a:srgbClr val="C00000"/>
                </a:solidFill>
              </a:rPr>
              <a:t>C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DD64C17-FF5C-D39B-3B90-8CDD797FC44A}"/>
              </a:ext>
            </a:extLst>
          </p:cNvPr>
          <p:cNvSpPr txBox="1"/>
          <p:nvPr/>
        </p:nvSpPr>
        <p:spPr>
          <a:xfrm>
            <a:off x="9363270" y="2845047"/>
            <a:ext cx="26825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>
                <a:solidFill>
                  <a:srgbClr val="C00000"/>
                </a:solidFill>
              </a:rPr>
              <a:t>D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535FFE7-7575-2169-416A-F7ABB8AD6846}"/>
              </a:ext>
            </a:extLst>
          </p:cNvPr>
          <p:cNvSpPr txBox="1"/>
          <p:nvPr/>
        </p:nvSpPr>
        <p:spPr>
          <a:xfrm>
            <a:off x="97366" y="544770"/>
            <a:ext cx="26825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solidFill>
                  <a:srgbClr val="C00000"/>
                </a:solidFill>
              </a:rPr>
              <a:t>E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12E689A-26B2-1A35-1B45-E60432E1FB3C}"/>
              </a:ext>
            </a:extLst>
          </p:cNvPr>
          <p:cNvSpPr txBox="1"/>
          <p:nvPr/>
        </p:nvSpPr>
        <p:spPr>
          <a:xfrm>
            <a:off x="2454926" y="2405005"/>
            <a:ext cx="26825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solidFill>
                  <a:srgbClr val="C00000"/>
                </a:solidFill>
              </a:rPr>
              <a:t>E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D0BF147-8AF6-AC72-9A26-269EA973C883}"/>
              </a:ext>
            </a:extLst>
          </p:cNvPr>
          <p:cNvSpPr txBox="1"/>
          <p:nvPr/>
        </p:nvSpPr>
        <p:spPr>
          <a:xfrm>
            <a:off x="6961826" y="5362801"/>
            <a:ext cx="26825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>
                <a:solidFill>
                  <a:srgbClr val="C00000"/>
                </a:solidFill>
              </a:rPr>
              <a:t>F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C0B27CB-3386-35AA-AA66-FA61FD3893F9}"/>
              </a:ext>
            </a:extLst>
          </p:cNvPr>
          <p:cNvSpPr txBox="1"/>
          <p:nvPr/>
        </p:nvSpPr>
        <p:spPr>
          <a:xfrm>
            <a:off x="6847813" y="1935982"/>
            <a:ext cx="26825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>
                <a:solidFill>
                  <a:srgbClr val="C00000"/>
                </a:solidFill>
              </a:rPr>
              <a:t>F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1AD551D-1194-A8CF-94A7-F628C58525D5}"/>
              </a:ext>
            </a:extLst>
          </p:cNvPr>
          <p:cNvSpPr txBox="1"/>
          <p:nvPr/>
        </p:nvSpPr>
        <p:spPr>
          <a:xfrm>
            <a:off x="9357049" y="1943613"/>
            <a:ext cx="26825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>
                <a:solidFill>
                  <a:srgbClr val="C00000"/>
                </a:solidFill>
              </a:rPr>
              <a:t>E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127E5D72-4578-52B7-EBAF-61A9937ED9A0}"/>
              </a:ext>
            </a:extLst>
          </p:cNvPr>
          <p:cNvSpPr/>
          <p:nvPr/>
        </p:nvSpPr>
        <p:spPr>
          <a:xfrm>
            <a:off x="5731906" y="4587123"/>
            <a:ext cx="176179" cy="169289"/>
          </a:xfrm>
          <a:prstGeom prst="rect">
            <a:avLst/>
          </a:prstGeom>
          <a:solidFill>
            <a:srgbClr val="B0B0B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C30571AC-907B-3CD5-7D0C-F44DCB3FB1E6}"/>
              </a:ext>
            </a:extLst>
          </p:cNvPr>
          <p:cNvSpPr/>
          <p:nvPr/>
        </p:nvSpPr>
        <p:spPr>
          <a:xfrm>
            <a:off x="5147502" y="2845047"/>
            <a:ext cx="176179" cy="169289"/>
          </a:xfrm>
          <a:prstGeom prst="rect">
            <a:avLst/>
          </a:prstGeom>
          <a:solidFill>
            <a:srgbClr val="B0B0B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F840BA53-7D17-B689-3D91-6C4B936DBDCA}"/>
              </a:ext>
            </a:extLst>
          </p:cNvPr>
          <p:cNvSpPr/>
          <p:nvPr/>
        </p:nvSpPr>
        <p:spPr>
          <a:xfrm>
            <a:off x="7839649" y="2879705"/>
            <a:ext cx="176179" cy="169289"/>
          </a:xfrm>
          <a:prstGeom prst="rect">
            <a:avLst/>
          </a:prstGeom>
          <a:solidFill>
            <a:srgbClr val="B0B0B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240E8AD5-FD68-8F47-2291-029606A2A45E}"/>
              </a:ext>
            </a:extLst>
          </p:cNvPr>
          <p:cNvSpPr/>
          <p:nvPr/>
        </p:nvSpPr>
        <p:spPr>
          <a:xfrm>
            <a:off x="7741603" y="5424493"/>
            <a:ext cx="176179" cy="169289"/>
          </a:xfrm>
          <a:prstGeom prst="rect">
            <a:avLst/>
          </a:prstGeom>
          <a:solidFill>
            <a:srgbClr val="B0B0B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7D3EC5D5-131D-95F2-BD81-BEE00007FA84}"/>
              </a:ext>
            </a:extLst>
          </p:cNvPr>
          <p:cNvSpPr/>
          <p:nvPr/>
        </p:nvSpPr>
        <p:spPr>
          <a:xfrm>
            <a:off x="7715999" y="2834887"/>
            <a:ext cx="176179" cy="169289"/>
          </a:xfrm>
          <a:prstGeom prst="rect">
            <a:avLst/>
          </a:prstGeom>
          <a:solidFill>
            <a:srgbClr val="B0B0B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5A3644CD-756D-58C1-433F-62F6B2CB39A8}"/>
              </a:ext>
            </a:extLst>
          </p:cNvPr>
          <p:cNvSpPr/>
          <p:nvPr/>
        </p:nvSpPr>
        <p:spPr>
          <a:xfrm>
            <a:off x="8172504" y="2503100"/>
            <a:ext cx="176179" cy="542028"/>
          </a:xfrm>
          <a:prstGeom prst="rect">
            <a:avLst/>
          </a:prstGeom>
          <a:solidFill>
            <a:srgbClr val="B0B0B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8B54A773-F4C8-CBDD-3437-35E249FA01CB}"/>
              </a:ext>
            </a:extLst>
          </p:cNvPr>
          <p:cNvSpPr/>
          <p:nvPr/>
        </p:nvSpPr>
        <p:spPr>
          <a:xfrm rot="16200000">
            <a:off x="7901490" y="2253787"/>
            <a:ext cx="176179" cy="542028"/>
          </a:xfrm>
          <a:prstGeom prst="rect">
            <a:avLst/>
          </a:prstGeom>
          <a:solidFill>
            <a:srgbClr val="B0B0B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2600B858-933F-CEDE-EDF3-365C698D5AE4}"/>
              </a:ext>
            </a:extLst>
          </p:cNvPr>
          <p:cNvSpPr/>
          <p:nvPr/>
        </p:nvSpPr>
        <p:spPr>
          <a:xfrm rot="16200000">
            <a:off x="7796628" y="2453374"/>
            <a:ext cx="220997" cy="542028"/>
          </a:xfrm>
          <a:prstGeom prst="rect">
            <a:avLst/>
          </a:prstGeom>
          <a:solidFill>
            <a:srgbClr val="505C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09669D6A-B777-7B6A-A19F-C75A00B6ACA3}"/>
              </a:ext>
            </a:extLst>
          </p:cNvPr>
          <p:cNvSpPr/>
          <p:nvPr/>
        </p:nvSpPr>
        <p:spPr>
          <a:xfrm rot="16200000">
            <a:off x="8009173" y="2843586"/>
            <a:ext cx="220997" cy="110745"/>
          </a:xfrm>
          <a:prstGeom prst="rect">
            <a:avLst/>
          </a:prstGeom>
          <a:solidFill>
            <a:srgbClr val="505C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4BDD212D-1408-CB41-4979-4100E9131627}"/>
              </a:ext>
            </a:extLst>
          </p:cNvPr>
          <p:cNvSpPr txBox="1"/>
          <p:nvPr/>
        </p:nvSpPr>
        <p:spPr>
          <a:xfrm>
            <a:off x="8167424" y="1603495"/>
            <a:ext cx="26825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>
                <a:solidFill>
                  <a:srgbClr val="C00000"/>
                </a:solidFill>
              </a:rPr>
              <a:t>G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1F326BA6-B0D9-7766-3F46-C4DFCA1CC46C}"/>
              </a:ext>
            </a:extLst>
          </p:cNvPr>
          <p:cNvSpPr txBox="1"/>
          <p:nvPr/>
        </p:nvSpPr>
        <p:spPr>
          <a:xfrm>
            <a:off x="5645070" y="4874809"/>
            <a:ext cx="26825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>
                <a:solidFill>
                  <a:srgbClr val="C00000"/>
                </a:solidFill>
              </a:rPr>
              <a:t>Z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C3FC974A-EBE7-CB2E-513D-8797B314FE6C}"/>
              </a:ext>
            </a:extLst>
          </p:cNvPr>
          <p:cNvSpPr txBox="1"/>
          <p:nvPr/>
        </p:nvSpPr>
        <p:spPr>
          <a:xfrm>
            <a:off x="8165088" y="1352495"/>
            <a:ext cx="26825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>
                <a:solidFill>
                  <a:srgbClr val="C00000"/>
                </a:solidFill>
              </a:rPr>
              <a:t>G</a:t>
            </a:r>
          </a:p>
        </p:txBody>
      </p: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B21E51AB-A6C1-B648-D19B-F76B0F193EBF}"/>
              </a:ext>
            </a:extLst>
          </p:cNvPr>
          <p:cNvCxnSpPr/>
          <p:nvPr/>
        </p:nvCxnSpPr>
        <p:spPr>
          <a:xfrm>
            <a:off x="2949456" y="76833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TextBox 95">
            <a:extLst>
              <a:ext uri="{FF2B5EF4-FFF2-40B4-BE49-F238E27FC236}">
                <a16:creationId xmlns:a16="http://schemas.microsoft.com/office/drawing/2014/main" id="{318D3496-034C-FAAB-F4DB-417F843001B6}"/>
              </a:ext>
            </a:extLst>
          </p:cNvPr>
          <p:cNvSpPr txBox="1"/>
          <p:nvPr/>
        </p:nvSpPr>
        <p:spPr>
          <a:xfrm>
            <a:off x="5013373" y="3332284"/>
            <a:ext cx="26825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>
                <a:solidFill>
                  <a:srgbClr val="C00000"/>
                </a:solidFill>
              </a:rPr>
              <a:t>H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86857D24-69B4-E074-98A2-76C7E125DD18}"/>
              </a:ext>
            </a:extLst>
          </p:cNvPr>
          <p:cNvSpPr txBox="1"/>
          <p:nvPr/>
        </p:nvSpPr>
        <p:spPr>
          <a:xfrm>
            <a:off x="5022640" y="3133114"/>
            <a:ext cx="26825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>
                <a:solidFill>
                  <a:srgbClr val="C00000"/>
                </a:solidFill>
              </a:rPr>
              <a:t>H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92083C7B-4782-71DD-EAE7-76A050D9E496}"/>
              </a:ext>
            </a:extLst>
          </p:cNvPr>
          <p:cNvSpPr txBox="1"/>
          <p:nvPr/>
        </p:nvSpPr>
        <p:spPr>
          <a:xfrm>
            <a:off x="5265861" y="3377639"/>
            <a:ext cx="73073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800" b="1" dirty="0">
                <a:solidFill>
                  <a:srgbClr val="C00000"/>
                </a:solidFill>
              </a:rPr>
              <a:t>I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99EA983B-213B-4A61-2296-09D01BD80D43}"/>
              </a:ext>
            </a:extLst>
          </p:cNvPr>
          <p:cNvSpPr txBox="1"/>
          <p:nvPr/>
        </p:nvSpPr>
        <p:spPr>
          <a:xfrm>
            <a:off x="5265861" y="3178469"/>
            <a:ext cx="73073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800" b="1" dirty="0">
                <a:solidFill>
                  <a:srgbClr val="C00000"/>
                </a:solidFill>
              </a:rPr>
              <a:t>I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3C70E70D-A578-F4A2-770F-BBCE9DA24FB9}"/>
              </a:ext>
            </a:extLst>
          </p:cNvPr>
          <p:cNvSpPr txBox="1"/>
          <p:nvPr/>
        </p:nvSpPr>
        <p:spPr>
          <a:xfrm>
            <a:off x="5371583" y="3377639"/>
            <a:ext cx="73073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800" b="1" dirty="0">
                <a:solidFill>
                  <a:srgbClr val="C00000"/>
                </a:solidFill>
              </a:rPr>
              <a:t>J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5CCFA041-C07D-905A-4EC6-347AFD148E00}"/>
              </a:ext>
            </a:extLst>
          </p:cNvPr>
          <p:cNvSpPr txBox="1"/>
          <p:nvPr/>
        </p:nvSpPr>
        <p:spPr>
          <a:xfrm>
            <a:off x="5371583" y="3178469"/>
            <a:ext cx="73073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800" b="1" dirty="0">
                <a:solidFill>
                  <a:srgbClr val="C00000"/>
                </a:solidFill>
              </a:rPr>
              <a:t>J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507ED069-9336-7BE7-79B9-A2FA28D3DF88}"/>
              </a:ext>
            </a:extLst>
          </p:cNvPr>
          <p:cNvSpPr txBox="1"/>
          <p:nvPr/>
        </p:nvSpPr>
        <p:spPr>
          <a:xfrm>
            <a:off x="5591422" y="3376361"/>
            <a:ext cx="73073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800" b="1" dirty="0">
                <a:solidFill>
                  <a:srgbClr val="C00000"/>
                </a:solidFill>
              </a:rPr>
              <a:t>K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5F0C945D-36AA-0C4D-C17C-FA19EE3190FA}"/>
              </a:ext>
            </a:extLst>
          </p:cNvPr>
          <p:cNvSpPr txBox="1"/>
          <p:nvPr/>
        </p:nvSpPr>
        <p:spPr>
          <a:xfrm>
            <a:off x="5591422" y="3177191"/>
            <a:ext cx="73073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800" b="1" dirty="0">
                <a:solidFill>
                  <a:srgbClr val="C00000"/>
                </a:solidFill>
              </a:rPr>
              <a:t>K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8607D340-5EC5-E858-C083-F62446BCE12A}"/>
              </a:ext>
            </a:extLst>
          </p:cNvPr>
          <p:cNvSpPr txBox="1"/>
          <p:nvPr/>
        </p:nvSpPr>
        <p:spPr>
          <a:xfrm>
            <a:off x="5937749" y="3376361"/>
            <a:ext cx="73073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800" b="1" dirty="0">
                <a:solidFill>
                  <a:srgbClr val="C00000"/>
                </a:solidFill>
              </a:rPr>
              <a:t>L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6734A216-AD33-110C-CBFD-44FD72EC751A}"/>
              </a:ext>
            </a:extLst>
          </p:cNvPr>
          <p:cNvSpPr txBox="1"/>
          <p:nvPr/>
        </p:nvSpPr>
        <p:spPr>
          <a:xfrm>
            <a:off x="5937749" y="3177191"/>
            <a:ext cx="73073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800" b="1" dirty="0">
                <a:solidFill>
                  <a:srgbClr val="C00000"/>
                </a:solidFill>
              </a:rPr>
              <a:t>L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1D741A9B-62C2-2E61-0595-C5F4CEA14B38}"/>
              </a:ext>
            </a:extLst>
          </p:cNvPr>
          <p:cNvSpPr txBox="1"/>
          <p:nvPr/>
        </p:nvSpPr>
        <p:spPr>
          <a:xfrm>
            <a:off x="6143219" y="3372588"/>
            <a:ext cx="73073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800" b="1" dirty="0">
                <a:solidFill>
                  <a:srgbClr val="C00000"/>
                </a:solidFill>
              </a:rPr>
              <a:t>M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90AB0B64-91C9-F2AF-7ECD-384F0067EA79}"/>
              </a:ext>
            </a:extLst>
          </p:cNvPr>
          <p:cNvSpPr txBox="1"/>
          <p:nvPr/>
        </p:nvSpPr>
        <p:spPr>
          <a:xfrm>
            <a:off x="6143219" y="3173418"/>
            <a:ext cx="73073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800" b="1" dirty="0">
                <a:solidFill>
                  <a:srgbClr val="C00000"/>
                </a:solidFill>
              </a:rPr>
              <a:t>M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CE318067-BA92-7507-E7B3-B82EF41CA4DC}"/>
              </a:ext>
            </a:extLst>
          </p:cNvPr>
          <p:cNvSpPr txBox="1"/>
          <p:nvPr/>
        </p:nvSpPr>
        <p:spPr>
          <a:xfrm>
            <a:off x="6359724" y="3370028"/>
            <a:ext cx="73073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800" b="1" dirty="0">
                <a:solidFill>
                  <a:srgbClr val="C00000"/>
                </a:solidFill>
              </a:rPr>
              <a:t>N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0924A601-FF6A-9E9A-2A3D-D77D74CA846B}"/>
              </a:ext>
            </a:extLst>
          </p:cNvPr>
          <p:cNvSpPr txBox="1"/>
          <p:nvPr/>
        </p:nvSpPr>
        <p:spPr>
          <a:xfrm>
            <a:off x="6359724" y="3170858"/>
            <a:ext cx="73073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800" b="1" dirty="0">
                <a:solidFill>
                  <a:srgbClr val="C00000"/>
                </a:solidFill>
              </a:rPr>
              <a:t>N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E3E1A03E-82E2-6781-BA41-76B02533EE06}"/>
              </a:ext>
            </a:extLst>
          </p:cNvPr>
          <p:cNvSpPr txBox="1"/>
          <p:nvPr/>
        </p:nvSpPr>
        <p:spPr>
          <a:xfrm>
            <a:off x="7389706" y="3370028"/>
            <a:ext cx="73073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800" b="1" dirty="0">
                <a:solidFill>
                  <a:srgbClr val="C00000"/>
                </a:solidFill>
              </a:rPr>
              <a:t>O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F3082C98-DC7E-0DC8-AE6C-1C977E1B7327}"/>
              </a:ext>
            </a:extLst>
          </p:cNvPr>
          <p:cNvSpPr txBox="1"/>
          <p:nvPr/>
        </p:nvSpPr>
        <p:spPr>
          <a:xfrm>
            <a:off x="7389706" y="3170858"/>
            <a:ext cx="73073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800" b="1" dirty="0">
                <a:solidFill>
                  <a:srgbClr val="C00000"/>
                </a:solidFill>
              </a:rPr>
              <a:t>O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6FEF07EF-C7F9-D722-9DE0-AB3EAA2BDE0B}"/>
              </a:ext>
            </a:extLst>
          </p:cNvPr>
          <p:cNvSpPr txBox="1"/>
          <p:nvPr/>
        </p:nvSpPr>
        <p:spPr>
          <a:xfrm>
            <a:off x="7623596" y="3370028"/>
            <a:ext cx="73073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800" b="1" dirty="0">
                <a:solidFill>
                  <a:srgbClr val="C00000"/>
                </a:solidFill>
              </a:rPr>
              <a:t>P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75C4BFBB-7BFA-C61A-6EBC-169F9BB3EAFC}"/>
              </a:ext>
            </a:extLst>
          </p:cNvPr>
          <p:cNvSpPr txBox="1"/>
          <p:nvPr/>
        </p:nvSpPr>
        <p:spPr>
          <a:xfrm>
            <a:off x="7623596" y="3170858"/>
            <a:ext cx="73073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800" b="1" dirty="0">
                <a:solidFill>
                  <a:srgbClr val="C00000"/>
                </a:solidFill>
              </a:rPr>
              <a:t>P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E322DA26-4B43-B995-92DA-78EF8820690D}"/>
              </a:ext>
            </a:extLst>
          </p:cNvPr>
          <p:cNvSpPr txBox="1"/>
          <p:nvPr/>
        </p:nvSpPr>
        <p:spPr>
          <a:xfrm>
            <a:off x="8246434" y="3370028"/>
            <a:ext cx="73073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800" b="1" dirty="0">
                <a:solidFill>
                  <a:srgbClr val="C00000"/>
                </a:solidFill>
              </a:rPr>
              <a:t>Q</a:t>
            </a: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51F44E05-F8FF-BEAC-CF19-A1251D595BA8}"/>
              </a:ext>
            </a:extLst>
          </p:cNvPr>
          <p:cNvSpPr txBox="1"/>
          <p:nvPr/>
        </p:nvSpPr>
        <p:spPr>
          <a:xfrm>
            <a:off x="8246434" y="3170858"/>
            <a:ext cx="73073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800" b="1" dirty="0">
                <a:solidFill>
                  <a:srgbClr val="C00000"/>
                </a:solidFill>
              </a:rPr>
              <a:t>Q</a:t>
            </a: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58DEB585-4A98-0466-A181-6E5A6A2392B3}"/>
              </a:ext>
            </a:extLst>
          </p:cNvPr>
          <p:cNvSpPr txBox="1"/>
          <p:nvPr/>
        </p:nvSpPr>
        <p:spPr>
          <a:xfrm>
            <a:off x="8869272" y="3370028"/>
            <a:ext cx="73073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800" b="1" dirty="0">
                <a:solidFill>
                  <a:srgbClr val="C00000"/>
                </a:solidFill>
              </a:rPr>
              <a:t>R</a:t>
            </a: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5B9FF204-877B-D691-51D3-35730F285FF6}"/>
              </a:ext>
            </a:extLst>
          </p:cNvPr>
          <p:cNvSpPr txBox="1"/>
          <p:nvPr/>
        </p:nvSpPr>
        <p:spPr>
          <a:xfrm>
            <a:off x="8869272" y="3170858"/>
            <a:ext cx="73073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800" b="1" dirty="0">
                <a:solidFill>
                  <a:srgbClr val="C00000"/>
                </a:solidFill>
              </a:rPr>
              <a:t>R</a:t>
            </a: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74CCCE27-2EB7-CAF0-DFB9-F1033AE05111}"/>
              </a:ext>
            </a:extLst>
          </p:cNvPr>
          <p:cNvSpPr txBox="1"/>
          <p:nvPr/>
        </p:nvSpPr>
        <p:spPr>
          <a:xfrm>
            <a:off x="9103162" y="3364304"/>
            <a:ext cx="73073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800" b="1" dirty="0">
                <a:solidFill>
                  <a:srgbClr val="C00000"/>
                </a:solidFill>
              </a:rPr>
              <a:t>S</a:t>
            </a: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0B9BC830-9637-459B-99CE-C80F20A58BB3}"/>
              </a:ext>
            </a:extLst>
          </p:cNvPr>
          <p:cNvSpPr txBox="1"/>
          <p:nvPr/>
        </p:nvSpPr>
        <p:spPr>
          <a:xfrm>
            <a:off x="9103162" y="3165134"/>
            <a:ext cx="73073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800" b="1" dirty="0">
                <a:solidFill>
                  <a:srgbClr val="C00000"/>
                </a:solidFill>
              </a:rPr>
              <a:t>S</a:t>
            </a: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BC27F7A5-D2F7-EA99-7992-2F4C7402B6B8}"/>
              </a:ext>
            </a:extLst>
          </p:cNvPr>
          <p:cNvSpPr txBox="1"/>
          <p:nvPr/>
        </p:nvSpPr>
        <p:spPr>
          <a:xfrm>
            <a:off x="7617732" y="5113855"/>
            <a:ext cx="73073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800" b="1" dirty="0">
                <a:solidFill>
                  <a:srgbClr val="C00000"/>
                </a:solidFill>
              </a:rPr>
              <a:t>T</a:t>
            </a: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6A558ABE-95F5-37ED-B83D-5EB2E5208DEE}"/>
              </a:ext>
            </a:extLst>
          </p:cNvPr>
          <p:cNvSpPr txBox="1"/>
          <p:nvPr/>
        </p:nvSpPr>
        <p:spPr>
          <a:xfrm>
            <a:off x="7617732" y="4900019"/>
            <a:ext cx="73073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800" b="1" dirty="0">
                <a:solidFill>
                  <a:srgbClr val="C00000"/>
                </a:solidFill>
              </a:rPr>
              <a:t>T</a:t>
            </a: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333F5AAC-0790-1E2A-EE5B-33C917DA42AB}"/>
              </a:ext>
            </a:extLst>
          </p:cNvPr>
          <p:cNvSpPr txBox="1"/>
          <p:nvPr/>
        </p:nvSpPr>
        <p:spPr>
          <a:xfrm>
            <a:off x="7844709" y="5109063"/>
            <a:ext cx="73073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800" b="1" dirty="0">
                <a:solidFill>
                  <a:srgbClr val="C00000"/>
                </a:solidFill>
              </a:rPr>
              <a:t>U</a:t>
            </a: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302CAF40-48C7-6D4C-936F-7688DFEE912C}"/>
              </a:ext>
            </a:extLst>
          </p:cNvPr>
          <p:cNvSpPr txBox="1"/>
          <p:nvPr/>
        </p:nvSpPr>
        <p:spPr>
          <a:xfrm>
            <a:off x="7844709" y="4895227"/>
            <a:ext cx="73073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800" b="1" dirty="0">
                <a:solidFill>
                  <a:srgbClr val="C00000"/>
                </a:solidFill>
              </a:rPr>
              <a:t>U</a:t>
            </a: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26989CA3-5BA5-D9C8-0D5F-7CC96787843F}"/>
              </a:ext>
            </a:extLst>
          </p:cNvPr>
          <p:cNvSpPr txBox="1"/>
          <p:nvPr/>
        </p:nvSpPr>
        <p:spPr>
          <a:xfrm>
            <a:off x="8246434" y="5101250"/>
            <a:ext cx="73073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800" b="1" dirty="0">
                <a:solidFill>
                  <a:srgbClr val="C00000"/>
                </a:solidFill>
              </a:rPr>
              <a:t>V</a:t>
            </a: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D9D8E7DD-292A-9BD3-BB24-C79EEBA28165}"/>
              </a:ext>
            </a:extLst>
          </p:cNvPr>
          <p:cNvSpPr txBox="1"/>
          <p:nvPr/>
        </p:nvSpPr>
        <p:spPr>
          <a:xfrm>
            <a:off x="8246434" y="4887414"/>
            <a:ext cx="73073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800" b="1" dirty="0">
                <a:solidFill>
                  <a:srgbClr val="C00000"/>
                </a:solidFill>
              </a:rPr>
              <a:t>V</a:t>
            </a: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5C0A2456-6203-AD2E-4995-A86847DBDC84}"/>
              </a:ext>
            </a:extLst>
          </p:cNvPr>
          <p:cNvSpPr txBox="1"/>
          <p:nvPr/>
        </p:nvSpPr>
        <p:spPr>
          <a:xfrm>
            <a:off x="8614729" y="5103348"/>
            <a:ext cx="73073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800" b="1" dirty="0">
                <a:solidFill>
                  <a:srgbClr val="C00000"/>
                </a:solidFill>
              </a:rPr>
              <a:t>W</a:t>
            </a: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354C1A79-4707-0580-B373-A622A9528AE1}"/>
              </a:ext>
            </a:extLst>
          </p:cNvPr>
          <p:cNvSpPr txBox="1"/>
          <p:nvPr/>
        </p:nvSpPr>
        <p:spPr>
          <a:xfrm>
            <a:off x="8616634" y="4895227"/>
            <a:ext cx="73073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800" b="1" dirty="0">
                <a:solidFill>
                  <a:srgbClr val="C00000"/>
                </a:solidFill>
              </a:rPr>
              <a:t>W</a:t>
            </a: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BCCA3C40-2CE9-69C5-BF07-880618807B0C}"/>
              </a:ext>
            </a:extLst>
          </p:cNvPr>
          <p:cNvSpPr txBox="1"/>
          <p:nvPr/>
        </p:nvSpPr>
        <p:spPr>
          <a:xfrm>
            <a:off x="8869272" y="5099152"/>
            <a:ext cx="73073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800" b="1" dirty="0">
                <a:solidFill>
                  <a:srgbClr val="C00000"/>
                </a:solidFill>
              </a:rPr>
              <a:t>X</a:t>
            </a:r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668FD502-D14C-75F1-2177-AA01E27DCE4C}"/>
              </a:ext>
            </a:extLst>
          </p:cNvPr>
          <p:cNvSpPr txBox="1"/>
          <p:nvPr/>
        </p:nvSpPr>
        <p:spPr>
          <a:xfrm>
            <a:off x="8869272" y="4885316"/>
            <a:ext cx="73073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800" b="1" dirty="0">
                <a:solidFill>
                  <a:srgbClr val="C00000"/>
                </a:solidFill>
              </a:rPr>
              <a:t>X</a:t>
            </a:r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1A842577-8369-4492-952C-BBC5CCFFE877}"/>
              </a:ext>
            </a:extLst>
          </p:cNvPr>
          <p:cNvSpPr txBox="1"/>
          <p:nvPr/>
        </p:nvSpPr>
        <p:spPr>
          <a:xfrm>
            <a:off x="2499805" y="509894"/>
            <a:ext cx="26825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solidFill>
                  <a:srgbClr val="C00000"/>
                </a:solidFill>
              </a:rPr>
              <a:t>F</a:t>
            </a: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A7CDEC36-56BA-4F65-A2F0-95ACBCF9AB48}"/>
              </a:ext>
            </a:extLst>
          </p:cNvPr>
          <p:cNvSpPr txBox="1"/>
          <p:nvPr/>
        </p:nvSpPr>
        <p:spPr>
          <a:xfrm>
            <a:off x="4458772" y="1927069"/>
            <a:ext cx="26825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>
                <a:solidFill>
                  <a:srgbClr val="C00000"/>
                </a:solidFill>
              </a:rPr>
              <a:t>E</a:t>
            </a:r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F01A6434-B4E1-EEA4-BFB9-9AD309262617}"/>
              </a:ext>
            </a:extLst>
          </p:cNvPr>
          <p:cNvSpPr txBox="1"/>
          <p:nvPr/>
        </p:nvSpPr>
        <p:spPr>
          <a:xfrm>
            <a:off x="85428" y="1462749"/>
            <a:ext cx="26825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solidFill>
                  <a:srgbClr val="C00000"/>
                </a:solidFill>
              </a:rPr>
              <a:t>D</a:t>
            </a:r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67FB8F31-1172-09B3-C242-4C763536977D}"/>
              </a:ext>
            </a:extLst>
          </p:cNvPr>
          <p:cNvSpPr txBox="1"/>
          <p:nvPr/>
        </p:nvSpPr>
        <p:spPr>
          <a:xfrm>
            <a:off x="7061828" y="2879705"/>
            <a:ext cx="73073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800" b="1" dirty="0">
                <a:solidFill>
                  <a:srgbClr val="C00000"/>
                </a:solidFill>
              </a:rPr>
              <a:t>Y</a:t>
            </a:r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B7C8DD8C-9F1F-7FEC-1801-64625D83905E}"/>
              </a:ext>
            </a:extLst>
          </p:cNvPr>
          <p:cNvSpPr txBox="1"/>
          <p:nvPr/>
        </p:nvSpPr>
        <p:spPr>
          <a:xfrm>
            <a:off x="6947946" y="2878174"/>
            <a:ext cx="73073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800" b="1" dirty="0">
                <a:solidFill>
                  <a:srgbClr val="C00000"/>
                </a:solidFill>
              </a:rPr>
              <a:t>Y</a:t>
            </a:r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8992CF1B-436C-1C35-BAF5-181111011DF0}"/>
              </a:ext>
            </a:extLst>
          </p:cNvPr>
          <p:cNvSpPr txBox="1"/>
          <p:nvPr/>
        </p:nvSpPr>
        <p:spPr>
          <a:xfrm flipH="1">
            <a:off x="7056762" y="3641438"/>
            <a:ext cx="98157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800" b="1" dirty="0">
                <a:solidFill>
                  <a:srgbClr val="C00000"/>
                </a:solidFill>
              </a:rPr>
              <a:t>1</a:t>
            </a:r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910F4B44-7C13-FDB6-4707-01E198A34DC0}"/>
              </a:ext>
            </a:extLst>
          </p:cNvPr>
          <p:cNvSpPr txBox="1"/>
          <p:nvPr/>
        </p:nvSpPr>
        <p:spPr>
          <a:xfrm flipH="1">
            <a:off x="6935260" y="3647527"/>
            <a:ext cx="98157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800" b="1" dirty="0">
                <a:solidFill>
                  <a:srgbClr val="C00000"/>
                </a:solidFill>
              </a:rPr>
              <a:t>1</a:t>
            </a:r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43D1FD59-C3FD-172B-0830-4EF26D4EBD74}"/>
              </a:ext>
            </a:extLst>
          </p:cNvPr>
          <p:cNvSpPr txBox="1"/>
          <p:nvPr/>
        </p:nvSpPr>
        <p:spPr>
          <a:xfrm flipH="1">
            <a:off x="7056762" y="4089877"/>
            <a:ext cx="98157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800" b="1" dirty="0">
                <a:solidFill>
                  <a:srgbClr val="C00000"/>
                </a:solidFill>
              </a:rPr>
              <a:t>2</a:t>
            </a:r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42F2B45B-7FE7-B8A2-3FAF-04148999393F}"/>
              </a:ext>
            </a:extLst>
          </p:cNvPr>
          <p:cNvSpPr txBox="1"/>
          <p:nvPr/>
        </p:nvSpPr>
        <p:spPr>
          <a:xfrm flipH="1">
            <a:off x="6935260" y="4095966"/>
            <a:ext cx="98157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800" b="1" dirty="0">
                <a:solidFill>
                  <a:srgbClr val="C00000"/>
                </a:solidFill>
              </a:rPr>
              <a:t>2</a:t>
            </a:r>
          </a:p>
        </p:txBody>
      </p:sp>
      <p:sp>
        <p:nvSpPr>
          <p:cNvPr id="186" name="TextBox 185">
            <a:extLst>
              <a:ext uri="{FF2B5EF4-FFF2-40B4-BE49-F238E27FC236}">
                <a16:creationId xmlns:a16="http://schemas.microsoft.com/office/drawing/2014/main" id="{4086CB10-764F-F40D-3598-EB484590DD5C}"/>
              </a:ext>
            </a:extLst>
          </p:cNvPr>
          <p:cNvSpPr txBox="1"/>
          <p:nvPr/>
        </p:nvSpPr>
        <p:spPr>
          <a:xfrm flipH="1">
            <a:off x="7056762" y="4579476"/>
            <a:ext cx="98157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800" b="1" dirty="0">
                <a:solidFill>
                  <a:srgbClr val="C00000"/>
                </a:solidFill>
              </a:rPr>
              <a:t>3</a:t>
            </a:r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60A6FFE9-E261-C6AE-AD4D-1B7E87A2DBD7}"/>
              </a:ext>
            </a:extLst>
          </p:cNvPr>
          <p:cNvSpPr txBox="1"/>
          <p:nvPr/>
        </p:nvSpPr>
        <p:spPr>
          <a:xfrm flipH="1">
            <a:off x="6935260" y="4585565"/>
            <a:ext cx="98157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800" b="1" dirty="0">
                <a:solidFill>
                  <a:srgbClr val="C00000"/>
                </a:solidFill>
              </a:rPr>
              <a:t>3</a:t>
            </a:r>
          </a:p>
        </p:txBody>
      </p:sp>
      <p:sp>
        <p:nvSpPr>
          <p:cNvPr id="190" name="Rectangle 189">
            <a:extLst>
              <a:ext uri="{FF2B5EF4-FFF2-40B4-BE49-F238E27FC236}">
                <a16:creationId xmlns:a16="http://schemas.microsoft.com/office/drawing/2014/main" id="{9236E96D-7381-A4ED-A366-A21C4D380D80}"/>
              </a:ext>
            </a:extLst>
          </p:cNvPr>
          <p:cNvSpPr/>
          <p:nvPr/>
        </p:nvSpPr>
        <p:spPr>
          <a:xfrm>
            <a:off x="9139698" y="4561259"/>
            <a:ext cx="176179" cy="169289"/>
          </a:xfrm>
          <a:prstGeom prst="rect">
            <a:avLst/>
          </a:prstGeom>
          <a:solidFill>
            <a:srgbClr val="B0B0B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332" name="TextBox 331">
            <a:extLst>
              <a:ext uri="{FF2B5EF4-FFF2-40B4-BE49-F238E27FC236}">
                <a16:creationId xmlns:a16="http://schemas.microsoft.com/office/drawing/2014/main" id="{B1E40424-ECC4-65D1-F0E7-7B69D071030C}"/>
              </a:ext>
            </a:extLst>
          </p:cNvPr>
          <p:cNvSpPr txBox="1"/>
          <p:nvPr/>
        </p:nvSpPr>
        <p:spPr>
          <a:xfrm>
            <a:off x="9450906" y="5408967"/>
            <a:ext cx="73073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800" b="1" dirty="0">
                <a:solidFill>
                  <a:srgbClr val="C00000"/>
                </a:solidFill>
              </a:rPr>
              <a:t>5</a:t>
            </a:r>
          </a:p>
        </p:txBody>
      </p:sp>
      <p:sp>
        <p:nvSpPr>
          <p:cNvPr id="334" name="TextBox 333">
            <a:extLst>
              <a:ext uri="{FF2B5EF4-FFF2-40B4-BE49-F238E27FC236}">
                <a16:creationId xmlns:a16="http://schemas.microsoft.com/office/drawing/2014/main" id="{A0A8A4A2-E913-4F13-AADB-580E399AAF86}"/>
              </a:ext>
            </a:extLst>
          </p:cNvPr>
          <p:cNvSpPr txBox="1"/>
          <p:nvPr/>
        </p:nvSpPr>
        <p:spPr>
          <a:xfrm>
            <a:off x="7042998" y="1982148"/>
            <a:ext cx="73073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800" b="1" dirty="0">
                <a:solidFill>
                  <a:srgbClr val="C00000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8570694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825c952f-1947-4719-99e7-7bc5a76060a8}" enabled="1" method="Standard" siteId="{4e2c6054-71cb-48f1-bd6c-3a9705aca71b}" contentBits="3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80</TotalTime>
  <Words>67</Words>
  <Application>Microsoft Office PowerPoint</Application>
  <PresentationFormat>Widescreen</PresentationFormat>
  <Paragraphs>67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David Granholm</dc:creator>
  <cp:lastModifiedBy>David Granholm</cp:lastModifiedBy>
  <cp:revision>11</cp:revision>
  <dcterms:created xsi:type="dcterms:W3CDTF">2026-10-06T19:14:05Z</dcterms:created>
  <dcterms:modified xsi:type="dcterms:W3CDTF">2026-10-06T21:07:33Z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Office Theme:10</vt:lpwstr>
  </property>
  <property fmtid="{D5CDD505-2E9C-101B-9397-08002B2CF9AE}" pid="3" name="ClassificationContentMarkingFooterText">
    <vt:lpwstr>Confidential - Oracle Restricted \Employees Only</vt:lpwstr>
  </property>
  <property fmtid="{D5CDD505-2E9C-101B-9397-08002B2CF9AE}" pid="4" name="ClassificationContentMarkingHeaderLocations">
    <vt:lpwstr>Office Theme:9</vt:lpwstr>
  </property>
  <property fmtid="{D5CDD505-2E9C-101B-9397-08002B2CF9AE}" pid="5" name="ClassificationContentMarkingHeaderText">
    <vt:lpwstr>Confidential - Oracle Restricted \Employees Only</vt:lpwstr>
  </property>
</Properties>
</file>